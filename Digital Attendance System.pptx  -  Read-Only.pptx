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50" d="100"/>
          <a:sy n="50" d="100"/>
        </p:scale>
        <p:origin x="662" y="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0D2F3-AF98-4F3F-B35E-01BC701585A3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E0F45-A2CC-4175-A73A-5E3B929A68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62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E0F45-A2CC-4175-A73A-5E3B929A681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466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37160"/>
            <a:ext cx="20104100" cy="11689715"/>
            <a:chOff x="0" y="0"/>
            <a:chExt cx="20104100" cy="1168971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81000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20104100" y="11308556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8BD7870A-B3BB-CA05-49E8-6CD6E204C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83475"/>
            <a:ext cx="9290050" cy="39476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20104100" y="11308556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273" y="0"/>
              <a:ext cx="19797826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20104100" y="11308556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20104100" y="11308556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20104100" y="11308556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9944"/>
              <a:ext cx="20104100" cy="1119861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20104100" y="11308556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6561" y="-8188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20104100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20104100" y="11308556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851650" y="9083675"/>
            <a:ext cx="12319775" cy="2069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0"/>
              </a:lnSpc>
            </a:pPr>
            <a:r>
              <a:rPr lang="en-US" sz="9600" b="1" spc="-10" dirty="0">
                <a:solidFill>
                  <a:schemeClr val="tx1"/>
                </a:solidFill>
                <a:latin typeface="Arial MT"/>
                <a:cs typeface="Arial MT"/>
              </a:rPr>
              <a:t>Thank You</a:t>
            </a:r>
            <a:endParaRPr sz="9600" b="1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3</Words>
  <Application>Microsoft Office PowerPoint</Application>
  <PresentationFormat>Custom</PresentationFormat>
  <Paragraphs>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 Deepthi</dc:creator>
  <cp:lastModifiedBy>Deepthi madisetti</cp:lastModifiedBy>
  <cp:revision>3</cp:revision>
  <dcterms:created xsi:type="dcterms:W3CDTF">2025-09-19T05:01:20Z</dcterms:created>
  <dcterms:modified xsi:type="dcterms:W3CDTF">2026-03-06T17:25:24Z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2025-09-19T00:00:00Z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2025-09-19T00:00:00Z</vt:filetime>
  </property>
  <property fmtid="{D5CDD505-2E9C-101B-9397-08002B2CF9AE}" pid="5" name="Producer">
    <vt:lpwstr>pdf-lib (https://github.com/Hopding/pdf-lib)</vt:lpwstr>
  </property>
</Properties>
</file>